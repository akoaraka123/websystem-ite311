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E07242C-E9B7-4387-BDEF-A242DC06BC2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Untitled Section" id="{1BB07166-9D90-435C-9671-0DE0F23D8A3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4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7772400" cy="1676399"/>
          </a:xfrm>
        </p:spPr>
        <p:txBody>
          <a:bodyPr>
            <a:normAutofit/>
          </a:bodyPr>
          <a:lstStyle/>
          <a:p>
            <a:r>
              <a:rPr sz="6000" dirty="0"/>
              <a:t>Deployment &amp; Hosting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49133"/>
            <a:ext cx="6400800" cy="795867"/>
          </a:xfrm>
        </p:spPr>
        <p:txBody>
          <a:bodyPr/>
          <a:lstStyle/>
          <a:p>
            <a:r>
              <a:rPr lang="en-PH" dirty="0"/>
              <a:t>Web Systems and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What </a:t>
            </a:r>
            <a:r>
              <a:rPr lang="en-US" b="1" dirty="0"/>
              <a:t>is </a:t>
            </a:r>
            <a:r>
              <a:rPr b="1" dirty="0"/>
              <a:t>Deployment</a:t>
            </a:r>
            <a:r>
              <a:rPr lang="en-PH" b="1" dirty="0"/>
              <a:t>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96067"/>
            <a:ext cx="8229600" cy="3730096"/>
          </a:xfrm>
        </p:spPr>
        <p:txBody>
          <a:bodyPr>
            <a:normAutofit/>
          </a:bodyPr>
          <a:lstStyle/>
          <a:p>
            <a:pPr>
              <a:defRPr sz="2000"/>
            </a:pPr>
            <a:r>
              <a:rPr sz="2800" dirty="0"/>
              <a:t>Deployment refers to the complete transition of a web system from its development environment into a fully usable, live platform. It is the moment when the system becomes accessible to real users, operating under actual conditions rather than controlled testing scenarios.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Deployment Matters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600" dirty="0"/>
              <a:t>Without deployment, even the most well‑designed system remains inaccessible. Deployment ensures that updates, bug fixes, and new features reach users safely and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b="1" dirty="0"/>
              <a:t>Hosting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3600" dirty="0"/>
              <a:t>Hosting provides the online ‘home’ where your website or system files are stored. A hosting provider supplies storage, processing power, and internet connectivity so that anyone can access your website at any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Different Hosting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Shared Hosting – many websites in one server; affordable but limited</a:t>
            </a:r>
          </a:p>
          <a:p>
            <a:r>
              <a:rPr dirty="0"/>
              <a:t>VPS – isolated environment with better performance</a:t>
            </a:r>
          </a:p>
          <a:p>
            <a:r>
              <a:rPr dirty="0"/>
              <a:t>Dedicated Server – full control and best performance</a:t>
            </a:r>
          </a:p>
          <a:p>
            <a:r>
              <a:rPr dirty="0"/>
              <a:t>Cloud Hosting – flexible and scalable (e.g., AWS, Azure, GCP)</a:t>
            </a:r>
          </a:p>
          <a:p>
            <a:r>
              <a:rPr dirty="0"/>
              <a:t>Local Hosting – usually for development/testing (XAMPP, </a:t>
            </a:r>
            <a:r>
              <a:rPr dirty="0" err="1"/>
              <a:t>Laragon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b="1" dirty="0"/>
              <a:t>How Deployment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5866"/>
            <a:ext cx="8229600" cy="433493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sz="2800" dirty="0"/>
              <a:t>1. Code is finalized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2. Features undergo testing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3. System is packaged for release</a:t>
            </a:r>
            <a:r>
              <a:rPr lang="en-US" sz="2800" dirty="0"/>
              <a:t>|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4. Server is prepared and configured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5. Files are uploaded or pushed to the server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6. System goes live, followed by monitoring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b="1" dirty="0"/>
              <a:t>Key Factors When Choosing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74333"/>
            <a:ext cx="8229600" cy="4509029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800" dirty="0"/>
              <a:t>• Speed and server response time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Reliability and guaranteed uptime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Server security and protection from threats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Ability to scale as the system grows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Cost vs. performance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Deployment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1867"/>
            <a:ext cx="8229600" cy="3835400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sz="2800" dirty="0"/>
              <a:t>• Use proper version control to manage updates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Automate the deployment pipeline if possible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Maintain frequent backups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Enable monitoring tools to detect issues early</a:t>
            </a:r>
            <a:br>
              <a:rPr lang="en-US" sz="2800" dirty="0"/>
            </a:br>
            <a:br>
              <a:rPr sz="2800" dirty="0"/>
            </a:br>
            <a:r>
              <a:rPr sz="2800" dirty="0"/>
              <a:t>• Always follow security guidelines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8229600" cy="5851525"/>
          </a:xfrm>
        </p:spPr>
        <p:txBody>
          <a:bodyPr>
            <a:noAutofit/>
          </a:bodyPr>
          <a:lstStyle/>
          <a:p>
            <a:br>
              <a:rPr lang="en-US" sz="9600" b="1" dirty="0"/>
            </a:br>
            <a:r>
              <a:rPr lang="en-US" sz="9600" b="1" dirty="0"/>
              <a:t>THANK</a:t>
            </a:r>
            <a:br>
              <a:rPr lang="en-US" sz="9600" b="1" dirty="0"/>
            </a:br>
            <a:r>
              <a:rPr lang="en-US" sz="9600" b="1" dirty="0"/>
              <a:t>YOU</a:t>
            </a:r>
            <a:br>
              <a:rPr lang="en-US" sz="9600" b="1" dirty="0"/>
            </a:br>
            <a:endParaRPr lang="en-PH" sz="9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H="1" flipV="1">
            <a:off x="11032067" y="2624666"/>
            <a:ext cx="287866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  <a:defRPr sz="2000"/>
            </a:pP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345</Words>
  <Application>Microsoft Office PowerPoint</Application>
  <PresentationFormat>On-screen Show (4:3)</PresentationFormat>
  <Paragraphs>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Deployment &amp; Hosting</vt:lpstr>
      <vt:lpstr>What is Deployment?</vt:lpstr>
      <vt:lpstr>Why Deployment Matters?</vt:lpstr>
      <vt:lpstr>What is Hosting?</vt:lpstr>
      <vt:lpstr>Different Hosting Environments</vt:lpstr>
      <vt:lpstr> How Deployment Works</vt:lpstr>
      <vt:lpstr> Key Factors When Choosing Hosting</vt:lpstr>
      <vt:lpstr>Deployment Best Practices</vt:lpstr>
      <vt:lpstr> 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Deployment &amp; Hosting</dc:title>
  <dc:subject/>
  <dc:creator>marco batiller</dc:creator>
  <cp:keywords/>
  <dc:description>generated using python-pptx</dc:description>
  <cp:lastModifiedBy>marco batiller</cp:lastModifiedBy>
  <cp:revision>4</cp:revision>
  <dcterms:created xsi:type="dcterms:W3CDTF">2013-01-27T09:14:16Z</dcterms:created>
  <dcterms:modified xsi:type="dcterms:W3CDTF">2025-11-19T15:01:58Z</dcterms:modified>
  <cp:category/>
</cp:coreProperties>
</file>